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Hydrogeospatial Pitch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Innovative Groundwater Monitoring System</a:t>
            </a:r>
          </a:p>
          <a:p>
            <a:r>
              <a:t>Combining IoT, Cloud, GIS, and Local Empowerment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IoT-Based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Solinst Levelogger 5 sensors with LevelSender 5 transmit groundwater data via 4G in real-time. Replaces manual collection and enables instant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Cloud-Connected Data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uploaded to Solinst Cloud for real-time access, dashboards, and downloads from any device by decision-makers.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Geospatial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of GIS, remote sensing, and AHP modeling to map recharge zones, pollution hotspots, and guide borehole placement.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Rugged, Off-Grid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Solar-powered, vandal-proof telemetry units designed for reliable operation in rural, low-infrastructure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Capacity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local technicians and stakeholders with user manuals and maintenance protocols for long-term sustainability.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Scalable, Cost-Efficient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and remote system reduces costs and scales across regions and districts efficiently.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with 9 smart units operational in Save Alluvial Aquifer. Data transmission and compensation working flawlessly.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interest from DWRDU, ZINWA, SADC-GMI, and local councils. Market expansion in high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Backed by Government of Zimbabwe, SADC-GMI/World Bank, and ZINWA with grassroots technician networks.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Pilot funded. Seeking $</a:t>
            </a:r>
            <a:r>
              <a:rPr lang="en-ZW"/>
              <a:t>7</a:t>
            </a:r>
            <a:r>
              <a:t>0,000+ to scale to 25+ boreholes, expand dashboards, training, and solar units.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Proven reduction in costs, enabled data-driven decisions, empowered communities, and validated system robustness.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251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Hydrogeospatial Pitch Deck</vt:lpstr>
      <vt:lpstr>Real-Time IoT-Based Monitoring</vt:lpstr>
      <vt:lpstr>Cloud-Connected Data Infrastructure</vt:lpstr>
      <vt:lpstr>Geospatial Intelligence</vt:lpstr>
      <vt:lpstr>Rugged, Off-Grid Hardware</vt:lpstr>
      <vt:lpstr>Local Capacity Building</vt:lpstr>
      <vt:lpstr>Scalable, Cost-Efficient Model</vt:lpstr>
      <vt:lpstr>Product Status</vt:lpstr>
      <vt:lpstr>Market Engagement</vt:lpstr>
      <vt:lpstr>Partnerships</vt:lpstr>
      <vt:lpstr>Financial Position</vt:lpstr>
      <vt:lpstr>Traction &amp;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Kudakwashe Murambadoro</cp:lastModifiedBy>
  <cp:revision>2</cp:revision>
  <dcterms:created xsi:type="dcterms:W3CDTF">2013-01-27T09:14:16Z</dcterms:created>
  <dcterms:modified xsi:type="dcterms:W3CDTF">2025-05-11T10:16:44Z</dcterms:modified>
  <cp:category/>
</cp:coreProperties>
</file>